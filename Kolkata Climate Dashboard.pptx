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442F9-0744-FF7F-1D59-F99E259CAD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19FB84-ECFA-09B1-8E1E-BBCEA222D6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6E9269-7A8B-0203-1E71-77E079CF9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2A4E7-DCA4-457F-B749-DBDDE0F9758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57557-3E8B-CF27-4E10-24F189652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5B8A5D-43D9-7E29-A642-D7CA8B8DC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9AA3F-BB46-4411-8518-D8DC9840D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564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4FE2F-E7D8-FABF-3770-D4B163440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DD911-060E-9218-F7F0-5F0D01C3E4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44201D-FE60-139E-B2CA-9B8351AF5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2A4E7-DCA4-457F-B749-DBDDE0F9758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084370-1486-F30B-B8A1-800D152C5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2B8D55-CD8E-E580-03C5-BD23A7E41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9AA3F-BB46-4411-8518-D8DC9840D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63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63EDA-CEF9-C440-0D91-E582A3B62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98032A-3C0A-4421-CCAA-17AB97D28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9BD9B3-5D07-816C-479B-5DBC516E9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2A4E7-DCA4-457F-B749-DBDDE0F9758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188F5E-F7FF-8D0F-DE1C-634E5B222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0C32C0-4D1D-7B42-99A9-E18DFE95B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9AA3F-BB46-4411-8518-D8DC9840D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417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01297-317E-384C-B9F7-8B3251AF8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4883C-337D-CB87-BCF1-356662BDDF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B660DF-D1CF-688E-8213-8889C73957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F2F222-5E29-F643-9A06-3510B70D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2A4E7-DCA4-457F-B749-DBDDE0F9758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594EB2-3182-CB3C-7550-0ABF0ADDA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5A3BAB-73F5-F512-38A2-83D6C5CF0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9AA3F-BB46-4411-8518-D8DC9840D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420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2FB05-885B-74A1-5E0B-0A0B2006C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9B5949-7A58-7BFE-E87F-313747685C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5EA786-8E9F-0DF2-972F-4028675212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716232-163D-D61E-F3AF-920E78D2A5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7EF0D3-8FB8-6988-D28E-2121BE5739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DF8451-EDF1-7004-CD4A-E1E437038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2A4E7-DCA4-457F-B749-DBDDE0F9758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DB4A62-499D-85D3-A34E-261869CAD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3DCF52-C297-2860-F531-F5D2B2439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9AA3F-BB46-4411-8518-D8DC9840D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355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1159B-A7CC-13BF-D3C4-3EFAC5F91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002207-907B-E109-D4A8-315A6D089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2A4E7-DCA4-457F-B749-DBDDE0F9758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C3C55F-AA43-40DF-7D55-8863110D0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3D7941-A809-0BE4-75A3-EBBB6ABE9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9AA3F-BB46-4411-8518-D8DC9840D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266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8B07D5-4101-E4C0-4F34-F2DF90785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2A4E7-DCA4-457F-B749-DBDDE0F9758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34BD09-36D7-8939-DFCA-5358127CB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3DCED1-EC19-DF79-D5BD-6CEC3A83A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9AA3F-BB46-4411-8518-D8DC9840D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27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8E34D-D18C-9355-6738-45AB363EB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64909-6EC4-00CF-7439-55AD86CF0D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960325-C9D6-91B5-75BA-6335CABC29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63B99C-28EC-A679-9FC0-396B98A80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2A4E7-DCA4-457F-B749-DBDDE0F9758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23B1F8-53F3-8285-ECBF-E5AB36F0F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9B07A6-A206-E4D9-89D5-ACD7F28DC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9AA3F-BB46-4411-8518-D8DC9840D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628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BBD3C-CCCD-6CFB-788F-A2E51F482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31A054-63B0-2C23-8962-B31FEC69AF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6B3E2C-B804-A214-63E3-F4AEA9FA83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4E9241-C14C-BE2B-BB84-29CB15929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2A4E7-DCA4-457F-B749-DBDDE0F9758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15F145-3DE3-E7A7-D55A-E9313FEFB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327DF9-E216-AAE6-1A02-3BB69B9F1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9AA3F-BB46-4411-8518-D8DC9840D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513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27868-FC0B-6B2F-7080-8EFB1D3D6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5F5CC4-1CD0-5D64-8AE5-480C631224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4B332-1B64-7989-731B-45E871D29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2A4E7-DCA4-457F-B749-DBDDE0F9758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08691-136D-1793-6A76-26CD61646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297158-062F-AEFF-5574-482AD3D0E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9AA3F-BB46-4411-8518-D8DC9840D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466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9DF2BC-2814-3668-0677-3D73DBD0C9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2C8652-A36B-655F-FC66-9D54C37DBB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5A68D-8E5C-FBE0-8436-F5A812E92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2A4E7-DCA4-457F-B749-DBDDE0F9758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AADC0A-181D-254F-29F6-E97B36845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0D432-4CD8-B3E6-9C74-6460E0D2E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9AA3F-BB46-4411-8518-D8DC9840D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742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77B1E-BF3C-E01E-C8E0-9B1FA9CAA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C5E623-5A37-8529-6991-0854A5D75B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89CBA4-92FE-3FEC-A6C3-91AF415FC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2A4E7-DCA4-457F-B749-DBDDE0F9758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F4189-05AB-E563-3713-0969368A9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C3867-0480-DD54-0486-0E60CB86F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9AA3F-BB46-4411-8518-D8DC9840D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620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FF26F8-D1F3-9247-5B73-974C53D16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AAD310-7D3E-C409-21A5-AE37DA6CD9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EF3FEB-6875-EC0E-C0B7-1CB517A5EA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62A4E7-DCA4-457F-B749-DBDDE0F9758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CF0B1-D468-E15A-8998-A3474E881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6DF9C-7AA2-8B9D-2507-E599C34A69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39AA3F-BB46-4411-8518-D8DC9840D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628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41F99-32BC-909B-E7FB-211ACB8666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Kolkata Climate Dashboard: An Integrated Web Application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2E3D0E-0D9D-5D82-DDC5-32A3A2BFCB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Domain: Climate Change &amp; Weather Prediction</a:t>
            </a:r>
          </a:p>
          <a:p>
            <a:r>
              <a:rPr lang="en-US"/>
              <a:t>Project: Web-based Monitoring &amp; Action Platform</a:t>
            </a:r>
          </a:p>
        </p:txBody>
      </p:sp>
    </p:spTree>
    <p:extLst>
      <p:ext uri="{BB962C8B-B14F-4D97-AF65-F5344CB8AC3E}">
        <p14:creationId xmlns:p14="http://schemas.microsoft.com/office/powerpoint/2010/main" val="4060056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EB0DA-4ADD-9DB7-4DE8-B44343E4E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Team Member Details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0B1938-6424-DE3F-C58C-EC8B72D940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1. Rohan Chakraborty (ID: [Enter ID], Batch: [Enter Batch])</a:t>
            </a:r>
          </a:p>
          <a:p>
            <a:r>
              <a:rPr lang="en-US"/>
              <a:t>2. Sankalan Sil (ID: [Enter ID], Batch: [Enter Batch])</a:t>
            </a:r>
          </a:p>
          <a:p>
            <a:r>
              <a:rPr lang="en-US"/>
              <a:t>3. Aritra Bose (ID: [Enter ID], Batch: [Enter Batch])</a:t>
            </a:r>
          </a:p>
          <a:p>
            <a:r>
              <a:rPr lang="en-US"/>
              <a:t>4. Sammomoy [Surname] (ID: [Enter ID], Batch: [Enter Batch])</a:t>
            </a:r>
          </a:p>
          <a:p>
            <a:r>
              <a:rPr lang="en-US"/>
              <a:t>5. Himanish Bannerjee (ID: [Enter ID], Batch: [Enter Batch])</a:t>
            </a:r>
          </a:p>
          <a:p>
            <a:r>
              <a:rPr lang="en-US"/>
              <a:t>6. Tanish Lahiri (ID: [Enter ID], Batch: [Enter Batch])</a:t>
            </a:r>
          </a:p>
          <a:p>
            <a:r>
              <a:rPr lang="en-US"/>
              <a:t>7. Rohan Mandal (ID: [Enter ID], Batch: [Enter Batch])</a:t>
            </a:r>
          </a:p>
          <a:p>
            <a:r>
              <a:rPr lang="en-US"/>
              <a:t>8. Agnibha [Surname] (ID: [Enter ID], Batch: [Enter Batch])</a:t>
            </a:r>
          </a:p>
        </p:txBody>
      </p:sp>
    </p:spTree>
    <p:extLst>
      <p:ext uri="{BB962C8B-B14F-4D97-AF65-F5344CB8AC3E}">
        <p14:creationId xmlns:p14="http://schemas.microsoft.com/office/powerpoint/2010/main" val="1042814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046B6-F409-918F-C2FA-D1F236D04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Background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72B4B3-22F0-DBC1-CCA5-C013711D94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Global Context: Climate change is driving erratic weather patterns, rising temperatures, and increasing Greenhouse Gas (GHG) concentrations worldwide.</a:t>
            </a:r>
          </a:p>
          <a:p>
            <a:r>
              <a:rPr lang="en-US"/>
              <a:t>• Local Context: Kolkata is particularly vulnerable, facing extreme humidity, unpredictable rainfall, and fluctuating Air Quality Index (AQI) levels due to rapid urbanization.</a:t>
            </a:r>
          </a:p>
          <a:p>
            <a:r>
              <a:rPr lang="en-US"/>
              <a:t>• The Problem: While global data exists, citizens lack a single, accessible platform that combines real-time local weather data with actionable personal solutions.</a:t>
            </a:r>
          </a:p>
        </p:txBody>
      </p:sp>
    </p:spTree>
    <p:extLst>
      <p:ext uri="{BB962C8B-B14F-4D97-AF65-F5344CB8AC3E}">
        <p14:creationId xmlns:p14="http://schemas.microsoft.com/office/powerpoint/2010/main" val="3106005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1D6B3-1F8A-6660-9D69-B9DC31182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Literature Review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072E31-90A5-CA2E-4A19-4AB6FB0894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/>
              <a:t>• Existing Solutions: We reviewed apps like AccuWeather and AQICN. They provide data but operate in silos.</a:t>
            </a:r>
          </a:p>
          <a:p>
            <a:r>
              <a:rPr lang="en-US"/>
              <a:t>• Gaps Identified:</a:t>
            </a:r>
          </a:p>
          <a:p>
            <a:r>
              <a:rPr lang="en-US"/>
              <a:t>    - Lack of public education on GHG sources.</a:t>
            </a:r>
          </a:p>
          <a:p>
            <a:r>
              <a:rPr lang="en-US"/>
              <a:t>    - No integrated tools to calculate personal environmental impact.</a:t>
            </a:r>
          </a:p>
          <a:p>
            <a:r>
              <a:rPr lang="en-US"/>
              <a:t>    - Limited guidance on 'Carbon Sequestration' for the common citizen.</a:t>
            </a:r>
          </a:p>
          <a:p>
            <a:r>
              <a:rPr lang="en-US"/>
              <a:t>• Scientific Basis: Our project utilizes the NASA Clean Air Study (1989) for plant absorption data and IPCC reports for GHG baselines.</a:t>
            </a:r>
          </a:p>
        </p:txBody>
      </p:sp>
    </p:spTree>
    <p:extLst>
      <p:ext uri="{BB962C8B-B14F-4D97-AF65-F5344CB8AC3E}">
        <p14:creationId xmlns:p14="http://schemas.microsoft.com/office/powerpoint/2010/main" val="1883341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410F0-F1C7-409F-6FAF-4C6B74D57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5DF078-65E3-850F-E5DF-3BD502962A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Our Solution: The 'Kolkata Climate Dashboard' is a comprehensive web-based application designed to bridge the gap between scientific data and personal action.</a:t>
            </a:r>
          </a:p>
          <a:p>
            <a:r>
              <a:rPr lang="en-US"/>
              <a:t>• Core Concept: A unified platform that not only reports the weather and AQI but also empowers users to understand and mitigate their impact.</a:t>
            </a:r>
          </a:p>
          <a:p>
            <a:r>
              <a:rPr lang="en-US"/>
              <a:t>• Key Components: Live Dashboard, GHG Monitor, Footprint Calculator, and Plant Impact Calculator.</a:t>
            </a:r>
          </a:p>
        </p:txBody>
      </p:sp>
    </p:spTree>
    <p:extLst>
      <p:ext uri="{BB962C8B-B14F-4D97-AF65-F5344CB8AC3E}">
        <p14:creationId xmlns:p14="http://schemas.microsoft.com/office/powerpoint/2010/main" val="4219180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572C0-B691-2717-D1E1-5562EA93F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Objectives &amp; Aims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17FEE-0751-3F4A-F818-D74B97D4D8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1. To Develop a Predictive Dashboard: Create an app that fetches and displays real-time rainfall, temperature, humidity, wind, and SPM data.</a:t>
            </a:r>
          </a:p>
          <a:p>
            <a:r>
              <a:rPr lang="en-US"/>
              <a:t>2. To Monitor GHGs: Visualize the rising trend of global CO2 concentrations to raise awareness.</a:t>
            </a:r>
          </a:p>
          <a:p>
            <a:r>
              <a:rPr lang="en-US"/>
              <a:t>3. To Promote Carbon Sequestration: Provide tools to calculate CO2 absorbance and O2 emissions of common indoor plants.</a:t>
            </a:r>
          </a:p>
          <a:p>
            <a:r>
              <a:rPr lang="en-US"/>
              <a:t>4. To Encourage Action: Enable users to calculate and lower their personal carbon footprint based on transport and diet.</a:t>
            </a:r>
          </a:p>
        </p:txBody>
      </p:sp>
    </p:spTree>
    <p:extLst>
      <p:ext uri="{BB962C8B-B14F-4D97-AF65-F5344CB8AC3E}">
        <p14:creationId xmlns:p14="http://schemas.microsoft.com/office/powerpoint/2010/main" val="3482411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04079-A699-1F6D-1326-554EF3B01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Need and Scope of the Study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060FCB-F38E-BCAE-F4DC-DF2BF4FF79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• Need:</a:t>
            </a:r>
          </a:p>
          <a:p>
            <a:r>
              <a:rPr lang="en-US"/>
              <a:t>    - Citizens need 'hyper-local' data to make daily health decisions (e.g., wearing a mask).</a:t>
            </a:r>
          </a:p>
          <a:p>
            <a:r>
              <a:rPr lang="en-US"/>
              <a:t>    - There is a need to gamify sustainability to make it engaging.</a:t>
            </a:r>
          </a:p>
          <a:p>
            <a:r>
              <a:rPr lang="en-US"/>
              <a:t>• Scope:</a:t>
            </a:r>
          </a:p>
          <a:p>
            <a:r>
              <a:rPr lang="en-US"/>
              <a:t>    - Geographical: Focused on Kolkata (Weather/AQI) but scalable to other cities.</a:t>
            </a:r>
          </a:p>
          <a:p>
            <a:r>
              <a:rPr lang="en-US"/>
              <a:t>    - Technological: A responsive web app accessible on both desktop and mobile.</a:t>
            </a:r>
          </a:p>
          <a:p>
            <a:r>
              <a:rPr lang="en-US"/>
              <a:t>    - Educational: Demystifying complex terms like 'Carbon Sequestration'.</a:t>
            </a:r>
          </a:p>
        </p:txBody>
      </p:sp>
    </p:spTree>
    <p:extLst>
      <p:ext uri="{BB962C8B-B14F-4D97-AF65-F5344CB8AC3E}">
        <p14:creationId xmlns:p14="http://schemas.microsoft.com/office/powerpoint/2010/main" val="765755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52E48-4658-2B41-8CBE-9185F6397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Methodology &amp; Technical Aspects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F35C5F-7D1E-D3E3-7C28-F2CCB0246F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• Tech Stack: HTML5 (Structure), CSS3 (Glassmorphism Design), JavaScript (Logic &amp; API Integration).</a:t>
            </a:r>
          </a:p>
          <a:p>
            <a:r>
              <a:rPr lang="en-US"/>
              <a:t>• Data Sources (APIs):</a:t>
            </a:r>
          </a:p>
          <a:p>
            <a:r>
              <a:rPr lang="en-US"/>
              <a:t>    - OpenWeatherMap API: Fetches live Temperature, Humidity, and Wind Speed.</a:t>
            </a:r>
          </a:p>
          <a:p>
            <a:r>
              <a:rPr lang="en-US"/>
              <a:t>    - WAQI API: Fetches real-time Air Quality Index (AQI) and PM2.5 levels.</a:t>
            </a:r>
          </a:p>
          <a:p>
            <a:r>
              <a:rPr lang="en-US"/>
              <a:t>• Prototype Features:</a:t>
            </a:r>
          </a:p>
          <a:p>
            <a:r>
              <a:rPr lang="en-US"/>
              <a:t>    - Smog-o-Meter: A custom visual gauge for AQI.</a:t>
            </a:r>
          </a:p>
          <a:p>
            <a:r>
              <a:rPr lang="en-US"/>
              <a:t>    - Plant Logic: Database of metabolic rates (e.g., Snake Plant = ~150ml O2/day).</a:t>
            </a:r>
          </a:p>
          <a:p>
            <a:r>
              <a:rPr lang="en-US"/>
              <a:t>    - Footprint Logic: Algorithm assigning carbon weights to user choices.</a:t>
            </a:r>
          </a:p>
        </p:txBody>
      </p:sp>
    </p:spTree>
    <p:extLst>
      <p:ext uri="{BB962C8B-B14F-4D97-AF65-F5344CB8AC3E}">
        <p14:creationId xmlns:p14="http://schemas.microsoft.com/office/powerpoint/2010/main" val="3770519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5F504-5734-2A92-B474-233C21E9B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BC0D9F-4FAD-E93D-B8E5-73E4ABE965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• Working Prototype: Successfully developed and deployed the web application.</a:t>
            </a:r>
          </a:p>
          <a:p>
            <a:r>
              <a:rPr lang="en-US"/>
              <a:t>• Real-time Data Accuracy: Dashboard successfully fetches accurate temp/AQI for Kolkata.</a:t>
            </a:r>
          </a:p>
          <a:p>
            <a:r>
              <a:rPr lang="en-US"/>
              <a:t>• Visualization: The 'Smog-o-Meter' accurately changes color (Green/Yellow/Red) based on pollution levels.</a:t>
            </a:r>
          </a:p>
          <a:p>
            <a:r>
              <a:rPr lang="en-US"/>
              <a:t>• Calculation Accuracy: The 'My Plants' feature successfully sums up total O2 output based on user inventory.</a:t>
            </a:r>
          </a:p>
          <a:p>
            <a:r>
              <a:rPr lang="en-US"/>
              <a:t>(Note: Please insert a screenshot of the live dashboard on this slide)</a:t>
            </a:r>
          </a:p>
        </p:txBody>
      </p:sp>
    </p:spTree>
    <p:extLst>
      <p:ext uri="{BB962C8B-B14F-4D97-AF65-F5344CB8AC3E}">
        <p14:creationId xmlns:p14="http://schemas.microsoft.com/office/powerpoint/2010/main" val="2444621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1C97D-31BC-C495-A505-1F5FECF7A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Discussion (Societal Impact)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0A8EA-2BBA-8435-E14C-9AB376C5D3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Awareness: Visualizing invisible threats (GHGs, PM2.5) makes the climate crisis tangible for users.</a:t>
            </a:r>
          </a:p>
          <a:p>
            <a:r>
              <a:rPr lang="en-US"/>
              <a:t>• Public Health: The AQI monitor helps vulnerable groups (children, elderly) avoid outdoor activity during hazardous smog events.</a:t>
            </a:r>
          </a:p>
          <a:p>
            <a:r>
              <a:rPr lang="en-US"/>
              <a:t>• Behavioral Change: The Carbon Footprint calculator nudges users toward public transport and energy conservation.</a:t>
            </a:r>
          </a:p>
          <a:p>
            <a:r>
              <a:rPr lang="en-US"/>
              <a:t>• Green Living: The Plant Calculator promotes the adoption of indoor greenery, contributing to micro-level carbon sequestration.</a:t>
            </a:r>
          </a:p>
        </p:txBody>
      </p:sp>
    </p:spTree>
    <p:extLst>
      <p:ext uri="{BB962C8B-B14F-4D97-AF65-F5344CB8AC3E}">
        <p14:creationId xmlns:p14="http://schemas.microsoft.com/office/powerpoint/2010/main" val="34980870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91FE7-636C-F277-0987-64E7A9AFD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Way Forward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50240-9BBF-EAE7-E35E-28726371A4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AI Integration: Future versions could use Machine Learning to predict local AQI trends 24 hours in advance.</a:t>
            </a:r>
          </a:p>
          <a:p>
            <a:r>
              <a:rPr lang="en-US"/>
              <a:t>• IoT Connectivity: Connecting the app to physical home sensors for hyper-local indoor air quality readings.</a:t>
            </a:r>
          </a:p>
          <a:p>
            <a:r>
              <a:rPr lang="en-US"/>
              <a:t>• Community Features: Adding a leaderboard where neighborhoods can compete to have the lowest carbon footprint.</a:t>
            </a:r>
          </a:p>
          <a:p>
            <a:r>
              <a:rPr lang="en-US"/>
              <a:t>• Native App: Converting the web app into a downloadable Android/iOS package.</a:t>
            </a:r>
          </a:p>
        </p:txBody>
      </p:sp>
    </p:spTree>
    <p:extLst>
      <p:ext uri="{BB962C8B-B14F-4D97-AF65-F5344CB8AC3E}">
        <p14:creationId xmlns:p14="http://schemas.microsoft.com/office/powerpoint/2010/main" val="3026762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427DC-71B6-46FF-F9BE-D8EFF0126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 / Bibliography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B296C9-E28B-D48F-878A-3EDB1DAD6E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1. OpenWeatherMap API Documentation (openweathermap.org/api)</a:t>
            </a:r>
          </a:p>
          <a:p>
            <a:r>
              <a:rPr lang="en-US"/>
              <a:t>2. World Air Quality Index Project (aqicn.org)</a:t>
            </a:r>
          </a:p>
          <a:p>
            <a:r>
              <a:rPr lang="en-US"/>
              <a:t>3. NASA Clean Air Study: Interior Landscape Plants for Indoor Air Pollution Abatement (1989).</a:t>
            </a:r>
          </a:p>
          <a:p>
            <a:r>
              <a:rPr lang="en-US"/>
              <a:t>4. IPCC Reports: Climate Change 2023 Synthesis Report.</a:t>
            </a:r>
          </a:p>
        </p:txBody>
      </p:sp>
    </p:spTree>
    <p:extLst>
      <p:ext uri="{BB962C8B-B14F-4D97-AF65-F5344CB8AC3E}">
        <p14:creationId xmlns:p14="http://schemas.microsoft.com/office/powerpoint/2010/main" val="31977327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51C65-7F63-5108-E73E-C061D96135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B0E51D-D634-4FC2-F332-943CB6B637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657371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1003</Words>
  <Application>Microsoft Office PowerPoint</Application>
  <PresentationFormat>Widescreen</PresentationFormat>
  <Paragraphs>72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Kolkata Climate Dashboard: An Integrated Web Application</vt:lpstr>
      <vt:lpstr>Team Member Details</vt:lpstr>
      <vt:lpstr>Background</vt:lpstr>
      <vt:lpstr>Literature Review</vt:lpstr>
      <vt:lpstr>Introduction</vt:lpstr>
      <vt:lpstr>Objectives &amp; Aims</vt:lpstr>
      <vt:lpstr>Need and Scope of the Study</vt:lpstr>
      <vt:lpstr>Methodology &amp; Technical Aspects</vt:lpstr>
      <vt:lpstr>Results</vt:lpstr>
      <vt:lpstr>Discussion (Societal Impact)</vt:lpstr>
      <vt:lpstr>Way Forward</vt:lpstr>
      <vt:lpstr>References / Bibliography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Rohan Chakraborty</dc:creator>
  <cp:lastModifiedBy>Rohan Chakraborty</cp:lastModifiedBy>
  <cp:revision>1</cp:revision>
  <dcterms:created xsi:type="dcterms:W3CDTF">2025-12-09T19:25:01Z</dcterms:created>
  <dcterms:modified xsi:type="dcterms:W3CDTF">2025-12-09T19:25:13Z</dcterms:modified>
</cp:coreProperties>
</file>